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7"/>
  </p:notesMasterIdLst>
  <p:sldIdLst>
    <p:sldId id="276" r:id="rId5"/>
    <p:sldId id="305" r:id="rId6"/>
    <p:sldId id="265" r:id="rId7"/>
    <p:sldId id="266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810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219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5331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434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5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2666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791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196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8: Gerenciamento e Governança na AWS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CloudWatch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CloudTrail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Cloudformation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Identity and Access Management (IAM)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AWS Policies e Roles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AWS </a:t>
            </a:r>
            <a:r>
              <a:rPr lang="pt-BR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Well-Architected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Framework 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AWS CAF – Cloud Adoption Framework</a:t>
            </a: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SzPts val="2400"/>
            </a:pPr>
            <a:endParaRPr lang="pt-PT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endParaRPr lang="pt-BR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AWS </a:t>
            </a:r>
            <a:r>
              <a:rPr lang="pt-PT" dirty="0" err="1"/>
              <a:t>CloudWatch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sym typeface="Calibri"/>
              </a:rPr>
              <a:t>Gerenciamento e Governança na AWS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4" y="1633450"/>
            <a:ext cx="8426075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responável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por monitorar os recursos da nossa conta na AWS, ou seja, toda aplicação executada na AWS em tempo real, podemos utilizar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coletar e monitorar métricas.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3621600" y="1398767"/>
            <a:ext cx="5402799" cy="156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Estas métricas são eventos que foram gerados e/ou variáveis que auxiliam na medição do serviço, possibilitando avaliar seus recursos e suas aplicações.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26" name="Picture 2" descr="Amazon CloudWatch -Edureka">
            <a:extLst>
              <a:ext uri="{FF2B5EF4-FFF2-40B4-BE49-F238E27FC236}">
                <a16:creationId xmlns:a16="http://schemas.microsoft.com/office/drawing/2014/main" id="{61E28B78-FD0C-FE14-0410-AF4734FCCF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2" r="4721" b="12419"/>
          <a:stretch/>
        </p:blipFill>
        <p:spPr bwMode="auto">
          <a:xfrm>
            <a:off x="0" y="1335942"/>
            <a:ext cx="3621600" cy="232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66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2050" name="Picture 2" descr="CloudWatch-Metrics-Edureka">
            <a:extLst>
              <a:ext uri="{FF2B5EF4-FFF2-40B4-BE49-F238E27FC236}">
                <a16:creationId xmlns:a16="http://schemas.microsoft.com/office/drawing/2014/main" id="{EA1F13F7-3994-3C74-21BC-D1604DEB5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80"/>
            <a:ext cx="7451725" cy="295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709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B8C811-29C6-8B84-F2E8-05F0F0BF8A18}"/>
              </a:ext>
            </a:extLst>
          </p:cNvPr>
          <p:cNvSpPr txBox="1"/>
          <p:nvPr/>
        </p:nvSpPr>
        <p:spPr>
          <a:xfrm>
            <a:off x="717924" y="1633450"/>
            <a:ext cx="8426075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acessamos a página do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já exibe automaticamente métricas sobre cada produto da AWS que está sendo utilizado.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Também permite criar painéis personalizados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(dashboards) para exibir métricas sobre os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aplicativos personalizados e exibir coleções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personalizadas de métricas escolhidas.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917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B8C811-29C6-8B84-F2E8-05F0F0BF8A18}"/>
              </a:ext>
            </a:extLst>
          </p:cNvPr>
          <p:cNvSpPr txBox="1"/>
          <p:nvPr/>
        </p:nvSpPr>
        <p:spPr>
          <a:xfrm>
            <a:off x="38516" y="1633450"/>
            <a:ext cx="9105483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Apartir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destas métricas, também é possível criar alarmes que observem métricas e enviem notificações ou façam alterações automaticamente nos recursos que você está monitorando, isso quando um limite é violado.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38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B8C811-29C6-8B84-F2E8-05F0F0BF8A18}"/>
              </a:ext>
            </a:extLst>
          </p:cNvPr>
          <p:cNvSpPr txBox="1"/>
          <p:nvPr/>
        </p:nvSpPr>
        <p:spPr>
          <a:xfrm>
            <a:off x="38516" y="1633450"/>
            <a:ext cx="9105483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exemplo, você pode monitorar o uso de CPU e de leituras e gravações de disco de suas instâncias do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EC2 e usar esses dados para determinar se deve iniciar instâncias adicionais para lidar com o aumento de carga.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04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3550" y="624212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B8C811-29C6-8B84-F2E8-05F0F0BF8A18}"/>
              </a:ext>
            </a:extLst>
          </p:cNvPr>
          <p:cNvSpPr txBox="1"/>
          <p:nvPr/>
        </p:nvSpPr>
        <p:spPr>
          <a:xfrm>
            <a:off x="38516" y="1468712"/>
            <a:ext cx="9105483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de uso 1: é possível registrar as alterações no estado de uma instância do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EC2 usando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a ajuda da função AWS Lambda.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UseCase1-Edureka">
            <a:extLst>
              <a:ext uri="{FF2B5EF4-FFF2-40B4-BE49-F238E27FC236}">
                <a16:creationId xmlns:a16="http://schemas.microsoft.com/office/drawing/2014/main" id="{DC47BB29-C4A7-62D6-2E49-15C6443E7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50" y="2981270"/>
            <a:ext cx="5824650" cy="2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49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3550" y="624212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B8C811-29C6-8B84-F2E8-05F0F0BF8A18}"/>
              </a:ext>
            </a:extLst>
          </p:cNvPr>
          <p:cNvSpPr txBox="1"/>
          <p:nvPr/>
        </p:nvSpPr>
        <p:spPr>
          <a:xfrm>
            <a:off x="38516" y="1468712"/>
            <a:ext cx="9105483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de uso 2: você pode registrar as operações de API em nível de objeto nos seus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buckets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S3 usando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 antes devemos usar o AWS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CloudTrail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definir uma trilha configurada para receber essas operações.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loudWatch-Events-Edureka">
            <a:extLst>
              <a:ext uri="{FF2B5EF4-FFF2-40B4-BE49-F238E27FC236}">
                <a16:creationId xmlns:a16="http://schemas.microsoft.com/office/drawing/2014/main" id="{560CBF67-5C93-5757-A073-4B003C247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00" y="3324176"/>
            <a:ext cx="50292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261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CloudWatch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B8C811-29C6-8B84-F2E8-05F0F0BF8A18}"/>
              </a:ext>
            </a:extLst>
          </p:cNvPr>
          <p:cNvSpPr txBox="1"/>
          <p:nvPr/>
        </p:nvSpPr>
        <p:spPr>
          <a:xfrm>
            <a:off x="38516" y="1633450"/>
            <a:ext cx="9105483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nós temos visibilidade no âmbito do sistema da utilização de recursos, da performance das aplicações e da integridade operacional.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73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9" ma:contentTypeDescription="Crie um novo documento." ma:contentTypeScope="" ma:versionID="2f90046ec77328b7f86417d2e03b3d33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815006ac2d4f05ee97fdd57e40d8e38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E351025-A892-4928-94A6-1425CF01864A}"/>
</file>

<file path=customXml/itemProps3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3917</TotalTime>
  <Words>461</Words>
  <Application>Microsoft Office PowerPoint</Application>
  <PresentationFormat>Apresentação na tela (16:9)</PresentationFormat>
  <Paragraphs>46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Times New Roman</vt:lpstr>
      <vt:lpstr>Wingdings</vt:lpstr>
      <vt:lpstr>Calibri Light</vt:lpstr>
      <vt:lpstr>Arial</vt:lpstr>
      <vt:lpstr>Calibri</vt:lpstr>
      <vt:lpstr>Century Gothic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134</cp:revision>
  <dcterms:modified xsi:type="dcterms:W3CDTF">2024-08-17T15:27:08Z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