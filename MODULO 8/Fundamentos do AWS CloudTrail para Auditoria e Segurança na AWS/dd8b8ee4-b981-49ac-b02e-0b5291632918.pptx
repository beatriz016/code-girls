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1"/>
  </p:notesMasterIdLst>
  <p:sldIdLst>
    <p:sldId id="276" r:id="rId5"/>
    <p:sldId id="305" r:id="rId6"/>
    <p:sldId id="265" r:id="rId7"/>
    <p:sldId id="266" r:id="rId8"/>
    <p:sldId id="306" r:id="rId9"/>
    <p:sldId id="307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455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18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8: Gerenciamento e Governança na AWS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CloudWatch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CloudTrail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Cloudformation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Identity and Access Management (IAM)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Policies e Roles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Well-Architected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Framework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CAF – Cloud Adoption Framework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SzPts val="2400"/>
            </a:pP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endParaRPr lang="pt-BR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AWS </a:t>
            </a:r>
            <a:r>
              <a:rPr lang="pt-PT" dirty="0" err="1"/>
              <a:t>CloudTrail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Gerenciamento e Governança na AWS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CloudTrail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CloudTrail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um Serviço da AWS que ajuda você na auditoria operacional e de risco, a governança e a conformidade da sua conta da AWS.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Toda ação realizada por um usuário, função ou serviço serão registradas como eventos em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CloudTrail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eventos incluem ações realizadas no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 AWS, Command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Interface e APIs.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CloudTrail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CloudTrail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parecido com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vamos analisar:</a:t>
            </a:r>
          </a:p>
          <a:p>
            <a:pPr marL="342900" marR="0" lvl="0" indent="-3429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Tx/>
              <a:buChar char="-"/>
            </a:pP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: gera analises, métricas e gráficos visuais.</a:t>
            </a:r>
          </a:p>
          <a:p>
            <a:pPr marL="342900" marR="0" lvl="0" indent="-3429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Tx/>
              <a:buChar char="-"/>
            </a:pP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CloudTrail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: ajuda na auditoria, pois ele registra 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caminho, com ele conseguimos saber quem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acessou determinado recurso, quais alterações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foram feitas, dias e horários.</a:t>
            </a:r>
          </a:p>
        </p:txBody>
      </p:sp>
    </p:spTree>
    <p:extLst>
      <p:ext uri="{BB962C8B-B14F-4D97-AF65-F5344CB8AC3E}">
        <p14:creationId xmlns:p14="http://schemas.microsoft.com/office/powerpoint/2010/main" val="115777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CloudTrail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FCBE3CC-5041-533D-132B-8A5E437D4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7" y="1471064"/>
            <a:ext cx="6524786" cy="327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9" ma:contentTypeDescription="Crie um novo documento." ma:contentTypeScope="" ma:versionID="2f90046ec77328b7f86417d2e03b3d33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815006ac2d4f05ee97fdd57e40d8e38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7A9B92-4834-4956-A1D9-2FBD69C88DCC}"/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261</Words>
  <Application>Microsoft Office PowerPoint</Application>
  <PresentationFormat>Apresentação na tela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Times New Roman</vt:lpstr>
      <vt:lpstr>Wingdings</vt:lpstr>
      <vt:lpstr>Calibri Light</vt:lpstr>
      <vt:lpstr>Arial</vt:lpstr>
      <vt:lpstr>Calibri</vt:lpstr>
      <vt:lpstr>Century Gothic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133</cp:revision>
  <dcterms:modified xsi:type="dcterms:W3CDTF">2024-08-17T20:17:49Z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