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1"/>
  </p:notesMasterIdLst>
  <p:sldIdLst>
    <p:sldId id="276" r:id="rId5"/>
    <p:sldId id="305" r:id="rId6"/>
    <p:sldId id="265" r:id="rId7"/>
    <p:sldId id="266" r:id="rId8"/>
    <p:sldId id="306" r:id="rId9"/>
    <p:sldId id="307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483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41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8: Gerenciamento e Governança na AWS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CloudWatch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CloudTrail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Cloudformation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Identity and Access Management (IAM)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Policies e Roles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Well-Architected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Framework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AWS CAF – Cloud Adoption Framework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SzPts val="2400"/>
            </a:pP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endParaRPr lang="pt-BR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GB" dirty="0"/>
              <a:t>AWS Identity and Access Management (IAM)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sym typeface="Calibri"/>
              </a:rPr>
              <a:t>Gerenciamento e Governança na AWS</a:t>
            </a: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4000" b="1" dirty="0">
                <a:solidFill>
                  <a:srgbClr val="EA4E60"/>
                </a:solidFill>
                <a:latin typeface="Century Gothic"/>
              </a:rPr>
              <a:t>AWS Identity and Access Management (IAM)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 Identity and Access Management (IAM) é um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recurso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AWS e que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ajuda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acessos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 para gerenciar o acesso a recursos da AWS, permitindo a criação e controle de usuários, grupos e permissões. Em um cenário avançado, o IAM vai além das configurações básicas, sendo essencial para garantir a segurança, conformidade e eficiência operacional em ambientes complexos e de grande escala</a:t>
            </a:r>
            <a:r>
              <a:rPr lang="pt-BR" sz="3200" dirty="0"/>
              <a:t>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4000" b="1" dirty="0">
                <a:solidFill>
                  <a:srgbClr val="EA4E60"/>
                </a:solidFill>
                <a:latin typeface="Century Gothic"/>
              </a:rPr>
              <a:t>AWS Identity and Access Management (IAM)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 Identity and Access Management (IAM) é um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recurso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AWS e que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ajuda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acessos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conseguimos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gerir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acessos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dentro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nossa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aplicar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policies,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gerir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grupos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permissões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 o que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podemos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fazer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 é o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poder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temos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AWS?</a:t>
            </a:r>
          </a:p>
        </p:txBody>
      </p:sp>
    </p:spTree>
    <p:extLst>
      <p:ext uri="{BB962C8B-B14F-4D97-AF65-F5344CB8AC3E}">
        <p14:creationId xmlns:p14="http://schemas.microsoft.com/office/powerpoint/2010/main" val="84857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4000" b="1" dirty="0">
                <a:solidFill>
                  <a:srgbClr val="EA4E60"/>
                </a:solidFill>
                <a:latin typeface="Century Gothic"/>
              </a:rPr>
              <a:t>AWS Identity and Access Management (IAM)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HandsOn</a:t>
            </a: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Instalar </a:t>
            </a:r>
            <a:r>
              <a:rPr lang="pt-PT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GitBash</a:t>
            </a:r>
            <a:endParaRPr lang="pt-PT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Instalar AWS CLI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Fazer as configurações da conta (</a:t>
            </a:r>
            <a:r>
              <a:rPr lang="pt-PT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acceskey</a:t>
            </a: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pt-PT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secretkey</a:t>
            </a: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2" indent="-34290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849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9" ma:contentTypeDescription="Crie um novo documento." ma:contentTypeScope="" ma:versionID="2f90046ec77328b7f86417d2e03b3d33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815006ac2d4f05ee97fdd57e40d8e38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CB3985C-0996-4440-AC0C-4577E81C071A}"/>
</file>

<file path=docMetadata/LabelInfo.xml><?xml version="1.0" encoding="utf-8"?>
<clbl:labelList xmlns:clbl="http://schemas.microsoft.com/office/2020/mipLabelMetadata">
  <clbl:label id="{92a935a9-30ee-4873-9406-f67c8a0f1e1c}" enabled="1" method="Standard" siteId="{9e87f26e-cb05-4d5b-b441-b7e4e9da15a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3964</TotalTime>
  <Words>329</Words>
  <Application>Microsoft Office PowerPoint</Application>
  <PresentationFormat>Apresentação na tela (16:9)</PresentationFormat>
  <Paragraphs>33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Times New Roman</vt:lpstr>
      <vt:lpstr>Wingdings</vt:lpstr>
      <vt:lpstr>Calibri Light</vt:lpstr>
      <vt:lpstr>Arial</vt:lpstr>
      <vt:lpstr>Calibri</vt:lpstr>
      <vt:lpstr>Century Gothic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135</cp:revision>
  <dcterms:modified xsi:type="dcterms:W3CDTF">2024-08-31T17:15:49Z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