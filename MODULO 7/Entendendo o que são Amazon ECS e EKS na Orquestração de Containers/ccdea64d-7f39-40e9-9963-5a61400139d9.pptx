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32"/>
  </p:notesMasterIdLst>
  <p:sldIdLst>
    <p:sldId id="276" r:id="rId5"/>
    <p:sldId id="305" r:id="rId6"/>
    <p:sldId id="265" r:id="rId7"/>
    <p:sldId id="266" r:id="rId8"/>
    <p:sldId id="313" r:id="rId9"/>
    <p:sldId id="314" r:id="rId10"/>
    <p:sldId id="315" r:id="rId11"/>
    <p:sldId id="312" r:id="rId12"/>
    <p:sldId id="308" r:id="rId13"/>
    <p:sldId id="309" r:id="rId14"/>
    <p:sldId id="310" r:id="rId15"/>
    <p:sldId id="311" r:id="rId16"/>
    <p:sldId id="316" r:id="rId17"/>
    <p:sldId id="317" r:id="rId18"/>
    <p:sldId id="318" r:id="rId19"/>
    <p:sldId id="320" r:id="rId20"/>
    <p:sldId id="321" r:id="rId21"/>
    <p:sldId id="319" r:id="rId22"/>
    <p:sldId id="322" r:id="rId23"/>
    <p:sldId id="323" r:id="rId24"/>
    <p:sldId id="324" r:id="rId25"/>
    <p:sldId id="325" r:id="rId26"/>
    <p:sldId id="306" r:id="rId27"/>
    <p:sldId id="326" r:id="rId28"/>
    <p:sldId id="327" r:id="rId29"/>
    <p:sldId id="328" r:id="rId30"/>
    <p:sldId id="329" r:id="rId31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450" y="90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4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473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008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31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8930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311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4449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3461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947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050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9639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313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1188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7732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2851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61251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334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198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6001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33784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51106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78527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6884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3725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7: Serviços Intermediários e Avançados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Lambda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b="1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e EKS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SNS e SQS 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AWS Step </a:t>
            </a:r>
            <a:r>
              <a:rPr lang="pt-BR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PT" dirty="0"/>
              <a:t>Amazon ECS e EKS - Serviços de </a:t>
            </a:r>
            <a:r>
              <a:rPr lang="pt-PT" dirty="0" err="1"/>
              <a:t>contêineres</a:t>
            </a:r>
            <a:r>
              <a:rPr lang="pt-PT" dirty="0"/>
              <a:t> gerenciados</a:t>
            </a:r>
            <a:endParaRPr lang="en-US" dirty="0"/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BR" sz="4000" b="1" dirty="0">
                <a:solidFill>
                  <a:srgbClr val="EA4E60"/>
                </a:solidFill>
                <a:latin typeface="Century Gothic"/>
                <a:sym typeface="Calibri"/>
              </a:rPr>
              <a:t>Serviços Intermediários e Avançados</a:t>
            </a: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Antes de tudo, falar em serviços como ECS e EKS que são serviços de containers e trabalham com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microserviços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temos que entender o que vem a ser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microserviços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</a:p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13115F9-B962-9320-4DA5-62824AFF6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" y="1365836"/>
            <a:ext cx="6804000" cy="370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238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C2D067C-6F18-0B5F-2109-066AB32240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4" t="12377" r="3172" b="7652"/>
          <a:stretch/>
        </p:blipFill>
        <p:spPr bwMode="auto">
          <a:xfrm>
            <a:off x="391412" y="1481050"/>
            <a:ext cx="6969753" cy="361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67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0DF24D7-6DDA-7CC1-40B5-45E0AB621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8800" y="1358679"/>
            <a:ext cx="4717488" cy="378482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AB27B87-AAC4-CD29-7C94-E3715F44D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601" y="1299632"/>
            <a:ext cx="3208090" cy="373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59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ECS é um serviço gerenciado de orquestração de contêineres que permite executar, interromper e gerenciar facilmente contêineres em um cluster.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ECS permite executar aplicações em contêineres em uma arquitetura de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microservices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utilizando a escalabilidade,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segurança e o desempenho da infraestrutura da AWS.</a:t>
            </a:r>
          </a:p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8136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principais características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ECS são: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Simples Gerenciamento: podemos automatizar o gerenciamento de clusters de contêineres.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Escalabilidade: permite escalar de forma automática com base na demanda.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Facil Integração: permite integrar facilmente com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outros serviços da AWS, como IAM, VPC,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entre outros.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45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principais características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ECS são: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Segurança: podemos aplicar políticas de segurança para controlar o acesso aos contêineres.</a:t>
            </a:r>
          </a:p>
        </p:txBody>
      </p:sp>
    </p:spTree>
    <p:extLst>
      <p:ext uri="{BB962C8B-B14F-4D97-AF65-F5344CB8AC3E}">
        <p14:creationId xmlns:p14="http://schemas.microsoft.com/office/powerpoint/2010/main" val="4221689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Case: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Vamos pensar agora sobre um exemplo de implementação.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Veja este desenho de arquitetura de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microserviços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2007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725096F-E975-058B-6A95-AC0D384B5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6" y="1831368"/>
            <a:ext cx="7451725" cy="3013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56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Microserviços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em Contêineres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cada componente do aplicativo (catálogo, carrinho, pagamentos, etc.) é empacotado em um contêiner Docker.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Definição de Tarefas e Serviços no ECS: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definimos uma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tarefa para cada contêiner e configuramos os serviços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ECS para manter a disponibilidade desejada para cada contêiner.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456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Escalabilidade Automática: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configuramos as políticas de escalabilidade automática para aumentar ou diminuir o número de contêineres com base na carga de trabalho (por exemplo, aumentar contêineres durante promoções).</a:t>
            </a:r>
          </a:p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Monitoramento e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Logging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utilizamos o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CloudWatch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monitorar a performance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logs dos contêineres para troubleshooting e análise de desempenho.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200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4" y="1187050"/>
            <a:ext cx="8366425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D85D22C-7A56-30C8-95B5-01492DA65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7" t="7340" b="6255"/>
          <a:stretch/>
        </p:blipFill>
        <p:spPr bwMode="auto">
          <a:xfrm>
            <a:off x="705325" y="1715609"/>
            <a:ext cx="6746400" cy="340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397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4" y="1187050"/>
            <a:ext cx="8366425" cy="416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serviço de orquestração de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contêineres que ajuda a gerenciar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contêineres do Docker em um cluster.</a:t>
            </a:r>
          </a:p>
          <a:p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Registry (ECR):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serviço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registro de contêiner gerenciado para armazenar,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gerenciar e implantar imagens do Docker.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D85D22C-7A56-30C8-95B5-01492DA65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7" t="7340" b="6255"/>
          <a:stretch/>
        </p:blipFill>
        <p:spPr bwMode="auto">
          <a:xfrm>
            <a:off x="5800098" y="1679063"/>
            <a:ext cx="3127901" cy="157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23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4" y="1187050"/>
            <a:ext cx="8366425" cy="4162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Porquê usar ECS?</a:t>
            </a: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é ideal para tarefas em execução por mais de 15 minutos ou se precisar executar código fora das regiões da AWS.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oferece experiências opinativas sobre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coisas como redes e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observabilidade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mas pode ser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personalizado de acordo com suas necessidades.</a:t>
            </a:r>
          </a:p>
        </p:txBody>
      </p:sp>
    </p:spTree>
    <p:extLst>
      <p:ext uri="{BB962C8B-B14F-4D97-AF65-F5344CB8AC3E}">
        <p14:creationId xmlns:p14="http://schemas.microsoft.com/office/powerpoint/2010/main" val="3277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 (EKS)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AWS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 (EKS) é um serviço gerenciado que facilita a execução do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 AWS sem a necessidade de instalar e operar seu próprio cluster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EKS oferece uma forma segura, confiável e escalável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gerenciar contêineres usando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das plataformas de orquestração de contêineres mais</a:t>
            </a: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populares.</a:t>
            </a:r>
          </a:p>
          <a:p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15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 (EKS)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que é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Service?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auxilia no ajuste do tamanho de um cluster necessário para executar um serviço.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Permitindo escalonar automaticamente seus aplicativos,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mais e para menos, com base na demanda e executá-los com eficiência.</a:t>
            </a:r>
          </a:p>
        </p:txBody>
      </p:sp>
    </p:spTree>
    <p:extLst>
      <p:ext uri="{BB962C8B-B14F-4D97-AF65-F5344CB8AC3E}">
        <p14:creationId xmlns:p14="http://schemas.microsoft.com/office/powerpoint/2010/main" val="1391860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 (EKS)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3E4C42B-33D9-98E4-C1A7-2DC411A8A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72" y="1827868"/>
            <a:ext cx="7326427" cy="306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69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 (EKS)</a:t>
            </a: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AWS EKS é mais adequado para organizações que já utilizam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estão considerando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 essa tecnologia para aproveitar a força da infraestrutura da AWS e, ao mesmo tempo, reduzir os esforços vinculados à manutenção do ambiente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Pois a gestão de um cluster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muito complexa.</a:t>
            </a:r>
          </a:p>
        </p:txBody>
      </p:sp>
    </p:spTree>
    <p:extLst>
      <p:ext uri="{BB962C8B-B14F-4D97-AF65-F5344CB8AC3E}">
        <p14:creationId xmlns:p14="http://schemas.microsoft.com/office/powerpoint/2010/main" val="539021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EKS -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 (EKS)</a:t>
            </a: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master &amp; worker nodes">
            <a:extLst>
              <a:ext uri="{FF2B5EF4-FFF2-40B4-BE49-F238E27FC236}">
                <a16:creationId xmlns:a16="http://schemas.microsoft.com/office/drawing/2014/main" id="{9F69618F-A47C-D971-C4F2-BB908494E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725" y="1828014"/>
            <a:ext cx="5807475" cy="318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068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462824" cy="108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EKS</a:t>
            </a: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Vamos agora ver a diferença entre os dois serviços.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26" name="Picture 2" descr="ECS vs. EKS: Choosing Between AWS' Container Orchestration Solutions">
            <a:extLst>
              <a:ext uri="{FF2B5EF4-FFF2-40B4-BE49-F238E27FC236}">
                <a16:creationId xmlns:a16="http://schemas.microsoft.com/office/drawing/2014/main" id="{6C570575-5A8E-F5EC-ED5B-6912AC2BE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162" y="2264858"/>
            <a:ext cx="2327237" cy="139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03;g109ffa863cd_0_328">
            <a:extLst>
              <a:ext uri="{FF2B5EF4-FFF2-40B4-BE49-F238E27FC236}">
                <a16:creationId xmlns:a16="http://schemas.microsoft.com/office/drawing/2014/main" id="{8340B083-4907-93E8-952F-8745E5FE0A64}"/>
              </a:ext>
            </a:extLst>
          </p:cNvPr>
          <p:cNvSpPr txBox="1"/>
          <p:nvPr/>
        </p:nvSpPr>
        <p:spPr>
          <a:xfrm>
            <a:off x="561574" y="2174300"/>
            <a:ext cx="6825625" cy="2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À medida que as arquiteturas baseadas em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 serviços se tornaram mais populares,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houve um aumento significativo nos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workloads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serviços de contêiner em nuvem.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isto escolher entre um serviço e outro depende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muito do tipo de serviço e arquitetura escolhida.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877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462824" cy="108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EKS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Google Shape;203;g109ffa863cd_0_328">
            <a:extLst>
              <a:ext uri="{FF2B5EF4-FFF2-40B4-BE49-F238E27FC236}">
                <a16:creationId xmlns:a16="http://schemas.microsoft.com/office/drawing/2014/main" id="{8340B083-4907-93E8-952F-8745E5FE0A64}"/>
              </a:ext>
            </a:extLst>
          </p:cNvPr>
          <p:cNvSpPr txBox="1"/>
          <p:nvPr/>
        </p:nvSpPr>
        <p:spPr>
          <a:xfrm>
            <a:off x="561574" y="1623809"/>
            <a:ext cx="8462824" cy="2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Container Service (ECS),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serviço proprietário de orquestração de contêineres gerenciados da AWS para execução de aplicativos em contêineres em escala.</a:t>
            </a:r>
          </a:p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back-end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usa a tecnologia sem servidor (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Fargate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),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elimina a carga de gerenciamento. </a:t>
            </a:r>
          </a:p>
        </p:txBody>
      </p:sp>
    </p:spTree>
    <p:extLst>
      <p:ext uri="{BB962C8B-B14F-4D97-AF65-F5344CB8AC3E}">
        <p14:creationId xmlns:p14="http://schemas.microsoft.com/office/powerpoint/2010/main" val="3004479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462824" cy="108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EKS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Google Shape;203;g109ffa863cd_0_328">
            <a:extLst>
              <a:ext uri="{FF2B5EF4-FFF2-40B4-BE49-F238E27FC236}">
                <a16:creationId xmlns:a16="http://schemas.microsoft.com/office/drawing/2014/main" id="{8340B083-4907-93E8-952F-8745E5FE0A64}"/>
              </a:ext>
            </a:extLst>
          </p:cNvPr>
          <p:cNvSpPr txBox="1"/>
          <p:nvPr/>
        </p:nvSpPr>
        <p:spPr>
          <a:xfrm>
            <a:off x="561574" y="1623809"/>
            <a:ext cx="8462824" cy="2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Elastic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Service (EKS),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utiliza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serviço desenvolvido pela Google. É uma das plataformas de orquestração de contêineres mais populares disponíveis.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EKS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o serviço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gerenciado da AWS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que atende aos clientes que preferem o K8s para orquestração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contêineres. </a:t>
            </a:r>
          </a:p>
        </p:txBody>
      </p:sp>
    </p:spTree>
    <p:extLst>
      <p:ext uri="{BB962C8B-B14F-4D97-AF65-F5344CB8AC3E}">
        <p14:creationId xmlns:p14="http://schemas.microsoft.com/office/powerpoint/2010/main" val="211966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462824" cy="108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EKS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4" name="Google Shape;203;g109ffa863cd_0_328">
            <a:extLst>
              <a:ext uri="{FF2B5EF4-FFF2-40B4-BE49-F238E27FC236}">
                <a16:creationId xmlns:a16="http://schemas.microsoft.com/office/drawing/2014/main" id="{8340B083-4907-93E8-952F-8745E5FE0A64}"/>
              </a:ext>
            </a:extLst>
          </p:cNvPr>
          <p:cNvSpPr txBox="1"/>
          <p:nvPr/>
        </p:nvSpPr>
        <p:spPr>
          <a:xfrm>
            <a:off x="561574" y="1623809"/>
            <a:ext cx="8462824" cy="2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Conclusão:</a:t>
            </a: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ECS e o EKS oferecem muitos dos mesmos recursos necessários para implantar e gerenciar contêineres no AWS, mas há diferenças sutis que podem ajudá-lo a escolher qual é o melhor para a sua empresa.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ECS é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adequado para organizações que estão </a:t>
            </a: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começando 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usar contêineres com arquiteturas de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baixa ou média complexidade.</a:t>
            </a:r>
          </a:p>
        </p:txBody>
      </p:sp>
      <p:pic>
        <p:nvPicPr>
          <p:cNvPr id="6" name="Picture 2" descr="ECS vs. EKS: Choosing Between AWS' Container Orchestration Solutions">
            <a:extLst>
              <a:ext uri="{FF2B5EF4-FFF2-40B4-BE49-F238E27FC236}">
                <a16:creationId xmlns:a16="http://schemas.microsoft.com/office/drawing/2014/main" id="{CC2D7A4B-5B3A-C9C7-259E-0FD118ECE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897" y="878858"/>
            <a:ext cx="2327237" cy="139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500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AWS ECS e EKS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561575" y="1187050"/>
            <a:ext cx="8462824" cy="108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ECS </a:t>
            </a:r>
            <a:r>
              <a:rPr lang="pt-BR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EKS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026" name="Picture 2" descr="ECS vs. EKS: Choosing Between AWS' Container Orchestration Solutions">
            <a:extLst>
              <a:ext uri="{FF2B5EF4-FFF2-40B4-BE49-F238E27FC236}">
                <a16:creationId xmlns:a16="http://schemas.microsoft.com/office/drawing/2014/main" id="{6C570575-5A8E-F5EC-ED5B-6912AC2BE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1897" y="878858"/>
            <a:ext cx="2327237" cy="139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03;g109ffa863cd_0_328">
            <a:extLst>
              <a:ext uri="{FF2B5EF4-FFF2-40B4-BE49-F238E27FC236}">
                <a16:creationId xmlns:a16="http://schemas.microsoft.com/office/drawing/2014/main" id="{8340B083-4907-93E8-952F-8745E5FE0A64}"/>
              </a:ext>
            </a:extLst>
          </p:cNvPr>
          <p:cNvSpPr txBox="1"/>
          <p:nvPr/>
        </p:nvSpPr>
        <p:spPr>
          <a:xfrm>
            <a:off x="561574" y="1623809"/>
            <a:ext cx="8462824" cy="28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Conclusão:</a:t>
            </a:r>
            <a:b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EKS é voltado para </a:t>
            </a:r>
            <a:r>
              <a:rPr lang="pt-BR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casos de uso corporativo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atendendo a aplicativos complexos baseados em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microsserviços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distribuídos.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Embora ambos os serviços ofereçam flexibilidade em suas cargas de trabalho em contêineres, a melhor opção depende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 caso de uso-alvo da sua organização, da maturidade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contêineres, do tamanho da equipe e da importância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 facilidade de uso.</a:t>
            </a:r>
          </a:p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963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77f8996f9bdabf2b971da8397017ba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ed0db6c614d40795390d04a2c7e066b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3D1AF7-3ECF-4396-A744-F1017589B709}"/>
</file>

<file path=customXml/itemProps2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2a935a9-30ee-4873-9406-f67c8a0f1e1c}" enabled="1" method="Standard" siteId="{9e87f26e-cb05-4d5b-b441-b7e4e9da15a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4127</TotalTime>
  <Words>1290</Words>
  <Application>Microsoft Office PowerPoint</Application>
  <PresentationFormat>Apresentação na tela (16:9)</PresentationFormat>
  <Paragraphs>99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Calibri Light</vt:lpstr>
      <vt:lpstr>Calibri</vt:lpstr>
      <vt:lpstr>Arial</vt:lpstr>
      <vt:lpstr>Century Gothic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137</cp:revision>
  <dcterms:modified xsi:type="dcterms:W3CDTF">2024-07-04T17:08:09Z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