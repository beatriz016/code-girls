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3"/>
  </p:notesMasterIdLst>
  <p:sldIdLst>
    <p:sldId id="276" r:id="rId5"/>
    <p:sldId id="305" r:id="rId6"/>
    <p:sldId id="265" r:id="rId7"/>
    <p:sldId id="266" r:id="rId8"/>
    <p:sldId id="306" r:id="rId9"/>
    <p:sldId id="307" r:id="rId10"/>
    <p:sldId id="308" r:id="rId11"/>
    <p:sldId id="309" r:id="rId1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6540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207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2292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0384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7: Serviços Intermediários e Avançados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2000" b="1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0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Lambda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e EKS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 e SQS 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 Step </a:t>
            </a:r>
            <a:r>
              <a:rPr lang="pt-BR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PT" dirty="0"/>
              <a:t>Amazon Lambda – AWS Lambda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sym typeface="Calibri"/>
              </a:rPr>
              <a:t>Serviços Intermediários e Avançados</a:t>
            </a: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Lambda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AWS Lambda é um serviço de computação que executa seu código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resposta a eventos e gerencia automaticamente os recursos de computação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tornando-se a maneira mais rápida de transformar uma ideia em aplicações de produção modernas e com tecnologia sem servidor.</a:t>
            </a:r>
          </a:p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Lambda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Lambda executa seu código em uma infraestrutura de computação de alta disponibilidade e executa toda a administração dos recursos computacionais, incluindo manutenção do servidor e do sistema operacional, provisionamento e escalabilidade automática da capacidade e registro em log do código.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00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Lambda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212725" y="3128150"/>
            <a:ext cx="8016900" cy="2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Serverless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sem servidor é a arquitetura nativa da nuvem que permite transferir mais das suas responsabilidades operacionais à AWS, aumentando a agilidade e a inovação.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 0,20 USD por 1 milhão de solicitações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19B576-B19B-9B25-B83B-F77D545F5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800" y="1275802"/>
            <a:ext cx="4197600" cy="208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17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Lambda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219925" y="1328150"/>
            <a:ext cx="7044875" cy="2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 Lambda oferece vários benefícios, incluindo: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Execução sob demanda: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Lambda executa seu código somente quando necessário e é cobrado apenas pelo tempo de computação usado.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Escalonamento automático: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Lambda é dimensionado automaticamente com base no número de eventos recebidos, eliminando a necessidade de gerenciamento manual do servidor.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2F49D7-CEC7-4EA1-06C8-1BE07D17B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672" y="858782"/>
            <a:ext cx="1949812" cy="235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767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Lambda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219925" y="1328150"/>
            <a:ext cx="7044875" cy="2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 Lambda oferece vários benefícios, incluindo: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Execução sob demanda: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Lambda executa seu código somente quando necessário e é cobrado apenas pelo tempo de computação usado.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Escalonamento automático: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Lambda é dimensionado automaticamente com base no número de eventos recebidos, eliminando a necessidade de gerenciamento manual do servidor.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2F49D7-CEC7-4EA1-06C8-1BE07D17B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672" y="858782"/>
            <a:ext cx="1949812" cy="235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85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77f8996f9bdabf2b971da8397017ba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ed0db6c614d40795390d04a2c7e066b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0D45B5D-2E7C-422B-9808-50D5BC3BD83A}"/>
</file>

<file path=docMetadata/LabelInfo.xml><?xml version="1.0" encoding="utf-8"?>
<clbl:labelList xmlns:clbl="http://schemas.microsoft.com/office/2020/mipLabelMetadata">
  <clbl:label id="{92a935a9-30ee-4873-9406-f67c8a0f1e1c}" enabled="1" method="Standard" siteId="{9e87f26e-cb05-4d5b-b441-b7e4e9da15a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3901</TotalTime>
  <Words>380</Words>
  <Application>Microsoft Office PowerPoint</Application>
  <PresentationFormat>Apresentação na tela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Calibri</vt:lpstr>
      <vt:lpstr>Arial</vt:lpstr>
      <vt:lpstr>Century Gothic</vt:lpstr>
      <vt:lpstr>Wingdings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128</cp:revision>
  <dcterms:modified xsi:type="dcterms:W3CDTF">2024-07-04T04:41:31Z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